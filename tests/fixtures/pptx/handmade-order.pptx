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vnd.openxmlformats-officedocument.oleObjec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Relationship Id="rId2" Type="http://schemas.openxmlformats.org/officeDocument/2006/relationships/oleObject" Target="../embeddings/oleObject1.bin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ad"/>
          <p:cNvSpPr/>
          <p:nvPr/>
        </p:nvSpPr>
        <p:spPr/>
        <p:txBody>
          <a:bodyPr/>
          <a:p>
            <a:r>
              <a:t>Kicker before the title</a:t>
            </a:r>
          </a:p>
        </p:txBody>
      </p:sp>
      <p:sp>
        <p:nvSpPr>
          <p:cNvPr id="3" name="Title"/>
          <p:cNvSpPr/>
          <p:nvPr>
            <p:ph type="title"/>
          </p:nvPr>
        </p:nvSpPr>
        <p:spPr/>
        <p:txBody>
          <a:bodyPr/>
          <a:p>
            <a:r>
              <a:t>Title placed second</a:t>
            </a:r>
          </a:p>
        </p:txBody>
      </p:sp>
      <p:sp>
        <p:nvSpPr>
          <p:cNvPr id="4" name="Body"/>
          <p:cNvSpPr/>
          <p:nvPr>
            <p:ph idx="1"/>
          </p:nvPr>
        </p:nvSpPr>
        <p:spPr/>
        <p:txBody>
          <a:bodyPr/>
          <a:p>
            <a:r>
              <a:t>Body after the title</a:t>
            </a:r>
          </a:p>
        </p:txBody>
      </p:sp>
      <p:graphicFrame>
        <p:nvGraphicFramePr>
          <p:cNvPr id="5" name="Sheet"/>
          <p:cNvGraphicFramePr/>
          <p:nvPr/>
        </p:nvGraphicFramePr>
        <a:graphic>
          <a:graphicData uri="http://schemas.openxmlformats.org/presentationml/2006/ole">
            <p:oleObj name="Quarterly numbers" progId="Excel.Sheet.12" r:id="rId2"/>
          </a:graphicData>
        </a:graphic>
      </p:graphicFrame>
    </p:spTree>
  </p:cSld>
</p:sld>
</file>