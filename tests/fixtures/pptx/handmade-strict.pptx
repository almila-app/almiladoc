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purl.oclc.org/ooxml/officeDocument/relationships/officeDocument" Target="ppt/presentation.xml"/>
</Relationships>
</file>

<file path=ppt/presentation.xml><?xml version="1.0" encoding="utf-8"?>
<p:presentation xmlns:a="http://purl.oclc.org/ooxml/drawingml/main" xmlns:p="http://purl.oclc.org/ooxml/presentationml/main" xmlns:r="http://purl.oclc.org/ooxml/officeDocument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purl.oclc.org/ooxml/officeDocument/relationships/slide" Target="slides/slide1.xml"/>
</Relationships>
</file>

<file path=ppt/slides/slide1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Strict slide title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/>
          <a:p>
            <a:r>
              <a:t>Strict body text</a:t>
            </a:r>
          </a:p>
        </p:txBody>
      </p:sp>
    </p:spTree>
  </p:cSld>
</p:sld>
</file>