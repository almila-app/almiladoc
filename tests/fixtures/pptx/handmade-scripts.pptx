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Scripts and symbols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t>Area: 5 m</a:t>
            </a:r>
            <a:r>
              <a:rPr baseline="30000"/>
              <a:t>2</a:t>
            </a:r>
          </a:p>
          <a:p>
            <a:r>
              <a:t>H</a:t>
            </a:r>
            <a:r>
              <a:rPr baseline="-25000"/>
              <a:t>2</a:t>
            </a:r>
            <a:r>
              <a:t>O</a:t>
            </a:r>
          </a:p>
          <a:p>
            <a:r>
              <a:t>Size: 10 </a:t>
            </a:r>
            <a:r>
              <a:rPr>
                <a:latin typeface="Symbol"/>
              </a:rPr>
              <a:t>m</a:t>
            </a:r>
            <a:r>
              <a:t>m</a:t>
            </a:r>
          </a:p>
          <a:p>
            <a:r>
              <a:t>Gap: 3 </a:t>
            </a:r>
            <a:r>
              <a:rPr>
                <a:latin typeface="Arial"/>
                <a:sym typeface="Symbol"/>
              </a:rPr>
              <a:t></a:t>
            </a:r>
            <a:r>
              <a:t>s</a:t>
            </a:r>
          </a:p>
          <a:p>
            <a:r>
              <a:t>Checked </a:t>
            </a:r>
            <a:r>
              <a:rPr>
                <a:latin typeface="Wingdings"/>
              </a:rPr>
              <a:t>üÿ</a:t>
            </a:r>
            <a:r>
              <a:t> end</a:t>
            </a:r>
          </a:p>
        </p:txBody>
      </p:sp>
    </p:spTree>
  </p:cSld>
</p:sld>
</file>